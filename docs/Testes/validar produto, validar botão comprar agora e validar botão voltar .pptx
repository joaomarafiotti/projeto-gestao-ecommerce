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a42293b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a42293b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a42293b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a42293b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42293b3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42293b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a42293b3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a42293b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42293b3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a42293b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42293b3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a42293b3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42293b3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42293b3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25"/>
            <a:ext cx="9144001" cy="513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21"/>
            <a:ext cx="9143998" cy="5120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955"/>
            <a:ext cx="9144001" cy="5117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