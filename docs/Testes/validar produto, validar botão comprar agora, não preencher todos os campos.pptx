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a42293b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a42293b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a42293b3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a42293b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a42293b3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a42293b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a42293b3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a42293b3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a42293b3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a42293b3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a42293b3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a42293b3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42293b34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a42293b34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25"/>
            <a:ext cx="9144001" cy="5136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