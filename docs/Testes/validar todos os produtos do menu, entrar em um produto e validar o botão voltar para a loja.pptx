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a4116a68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a4116a6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a4116a68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a4116a68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a4116a68b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a4116a68b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a4116a68b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a4116a68b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a4116a68b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a4116a68b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2"/>
            <a:ext cx="9144001" cy="5141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2"/>
            <a:ext cx="9144001" cy="5141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2"/>
            <a:ext cx="9144001" cy="5141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2"/>
            <a:ext cx="9144001" cy="5141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2"/>
            <a:ext cx="9144001" cy="5141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