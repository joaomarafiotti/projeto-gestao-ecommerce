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42293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42293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42293b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42293b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42293b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42293b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42293b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42293b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42293b3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42293b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42293b3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42293b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42293b3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42293b3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42293b34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42293b3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42293b3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42293b3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42293b34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a42293b34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a42293b34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a42293b34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5"/>
            <a:ext cx="9144001" cy="513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4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5"/>
            <a:ext cx="9144001" cy="513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48"/>
            <a:ext cx="9144000" cy="5125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21"/>
            <a:ext cx="9143998" cy="5120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